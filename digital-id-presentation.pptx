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Single Issuer Model - Government issues ONE digital credential per person (41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Brazil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Germany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Israel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Nigeria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Oman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Qatar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Saudi Arabia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South Korea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Italy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Spain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1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France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Netherlands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Portugal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Taiwan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United Arab Emirates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United Kingdom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43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British Columbia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Alberta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Ontario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033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Quebec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233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Manitoba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43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Saskatchewan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63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Victoria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83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Louisiana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0351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Arizona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623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Maryland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Colorado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Georgia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Ohio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423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California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7432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Utah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0632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Iowa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3832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Virginia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7033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Nevada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0233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Vermont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3434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New York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6634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New Jersey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98347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Texas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303519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Austroads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Cloud-Based Model - Browser/app account, no physical credential (5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Kenya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Singapore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• New South Wales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Multiple Providers Model - Banks/telcos issue credentials (4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• Estonia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ID card + Mobile-ID + Smart-ID (multiple credentials per person)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• Sweden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BankID from multiple banks (common to have 3-4 BankIDs)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• Finland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Findy network + bank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• European 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EUDI Wallet will allow multiple credentials from different issuers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3716000" cy="914400"/>
          </a:xfrm>
          <a:prstGeom prst="roundRect">
            <a:avLst/>
          </a:prstGeom>
          <a:solidFill>
            <a:srgbClr val="16213E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Key Insight: Single issuer (67%) dominates globally. Multiple provider model is rare - strongest in Northern Europe with mature banking sectors.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Technology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Underlying Credential Formats &amp; Protocols (0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 mDL (mobile 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6583680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59" y="1554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OIDC-style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03120"/>
            <a:ext cx="5760720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0116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EUDI Wallet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560320"/>
            <a:ext cx="2468879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24688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PKI-based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017520"/>
            <a:ext cx="1645920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Verifiable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474720"/>
            <a:ext cx="1234439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33832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PKI + Mobile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931920"/>
            <a:ext cx="822960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840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Biometric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389120"/>
            <a:ext cx="822960" cy="32004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297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